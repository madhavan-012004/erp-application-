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50" d="100"/>
          <a:sy n="50" d="100"/>
        </p:scale>
        <p:origin x="606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83C61-07D9-7057-EB03-F2409B68AB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487A65-F86D-9B1B-39AD-DF3537481E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0E4D7-AFF1-35C1-213F-4F06DEBBE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8D213-4E6C-4184-83FF-3C8710A13DD3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8A75A-B7B4-BC06-9A33-AECC4821C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EF98EA-FA9C-797D-D3AB-A15C1507C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6D165-B1F9-40A9-9326-F4A5AF102A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658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C880C-CFE4-D0D5-5610-14C36ED65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B4509-C17B-7876-EA8F-7779DADA5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85FA5-435E-8F3E-C2FD-5EABBDAE1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8D213-4E6C-4184-83FF-3C8710A13DD3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56C01-2475-C435-0AB7-E33DF113F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C0A6B1-3C9A-8F49-0179-2C2548B3F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6D165-B1F9-40A9-9326-F4A5AF102A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5504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A9C89-F3F5-87DD-C828-7D0044ADA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55F78-73BF-3DBD-B9C9-D599EEBEFF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705467-C615-474C-8EA9-2AAD1DB4F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8D213-4E6C-4184-83FF-3C8710A13DD3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C43B8-469C-06F6-7BEA-5F3D052D0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80A36-3ABF-7E89-82D1-ADCFD19AA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6D165-B1F9-40A9-9326-F4A5AF102A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676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EC190-D01E-AB76-41D3-55DADF4A2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ADF76-5AEC-AEBA-69A4-F45A9416CB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890709-8A9B-08CE-E5D3-888B34F878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3B463D-62DE-23AF-3D46-6BAF838FA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8D213-4E6C-4184-83FF-3C8710A13DD3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8816CE-C181-0510-B2B6-6B77AB7D4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9314C9-2C77-5574-A854-042AF957F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6D165-B1F9-40A9-9326-F4A5AF102A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4432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D5984-6DC7-5931-8DAE-F92EBF0A9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4D8EE6-8AB3-307F-4234-DC4A75280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0D50CC-0BA7-F640-A4B3-33E01EF282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EED70E-D6D2-AB55-E613-692F6913AC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962986-F0B5-F029-4AAD-7C9F12C047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58BB49-8F1C-14BC-5323-BD8BF506B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8D213-4E6C-4184-83FF-3C8710A13DD3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17573D-E31D-8CA3-4D85-F2248720F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8C0969-B5ED-B4EE-9195-0EBF9A437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6D165-B1F9-40A9-9326-F4A5AF102A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3725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E6300-2167-3EF4-86CF-EAC710A5D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1DB6CE-711E-3759-B239-164A5C125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8D213-4E6C-4184-83FF-3C8710A13DD3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2C49CF-C4A2-E069-5396-6B8117183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09B08-5B0E-E953-6F41-AA0922FF3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6D165-B1F9-40A9-9326-F4A5AF102A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5433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5626F2-60DD-A054-C90B-A7C46FCCD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8D213-4E6C-4184-83FF-3C8710A13DD3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4AA168-02FD-2CDD-1272-35EAAEF8D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2C4784-DA31-AD09-09E1-8DD389866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6D165-B1F9-40A9-9326-F4A5AF102A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5198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9173E-F376-82CC-FD69-7112F746F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E0DF0-462A-15ED-09EC-DBCD4B417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56CAAB-7D03-94D7-53EA-EAFEF0BD7C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0C137A-1BB5-8785-CA92-8626368ED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8D213-4E6C-4184-83FF-3C8710A13DD3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0EBF12-B175-4A23-082B-11709A01F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4228D2-1FC6-4EBF-DB6A-A87B75B39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6D165-B1F9-40A9-9326-F4A5AF102A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8338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94DBA-0932-BC91-175C-D0B47BC14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D24F0B-5266-FB4F-0A61-167EFB22B5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DC8FE4-E999-E535-D39F-BF8468D641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023646-9378-87B0-56BD-0E6549A52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8D213-4E6C-4184-83FF-3C8710A13DD3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6E25E2-3DA8-9CED-FF84-ECBC0960E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8912A3-2586-66D0-9FDD-DDF01D546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6D165-B1F9-40A9-9326-F4A5AF102A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586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4FAD9-C491-F6F1-69C9-32E2009A5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006C9A-DE9B-B4E3-E0BC-9AA7255EC9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E625F3-54CA-6C99-A9A8-59BA02016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8D213-4E6C-4184-83FF-3C8710A13DD3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9CE3F-ADE4-3011-4ED0-94954E78D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0477B-C21B-7E25-3041-725640D5B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6D165-B1F9-40A9-9326-F4A5AF102A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8405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C263A4-4B1C-5BB3-B8B1-522EE46B4E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5016A0-3D9B-7D69-AD53-387DA86F05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65B22-2873-2F0C-4E6B-492CC5A5B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8D213-4E6C-4184-83FF-3C8710A13DD3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DB9D2-E2B2-B6D2-3137-30D7A9C68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E00A44-32F5-01B2-D142-D0437C704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6D165-B1F9-40A9-9326-F4A5AF102A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9527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33111C-3D75-4CD6-F7A0-D0C38F710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34587-BDAA-F544-47E4-C5A4009DC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7BFE4C-E440-A5C3-BB3E-9F1E6C1F9A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18D213-4E6C-4184-83FF-3C8710A13DD3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4D9EC0-57A8-4036-481D-92C1D6FB3D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B04EF-90FF-57FB-72BD-51B3D6E1E1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06D165-B1F9-40A9-9326-F4A5AF102A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6839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7D78CD-A155-E7EF-C045-61A78700C8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53" b="12293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179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AA525EE-2A24-460B-92CD-512A92699B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087"/>
          <a:stretch>
            <a:fillRect/>
          </a:stretch>
        </p:blipFill>
        <p:spPr>
          <a:xfrm>
            <a:off x="20" y="1282"/>
            <a:ext cx="12191980" cy="666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92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1CB4F8-537A-DAA9-65E1-E2E074C0E2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73"/>
          <a:stretch>
            <a:fillRect/>
          </a:stretch>
        </p:blipFill>
        <p:spPr>
          <a:xfrm>
            <a:off x="20" y="1282"/>
            <a:ext cx="12191980" cy="6170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873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8C06F6-A647-0007-7A53-FCBB2F9CC0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1298"/>
          <a:stretch>
            <a:fillRect/>
          </a:stretch>
        </p:blipFill>
        <p:spPr>
          <a:xfrm>
            <a:off x="20" y="1282"/>
            <a:ext cx="12191980" cy="7218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77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Madhavan M</dc:creator>
  <cp:lastModifiedBy>Madhavan M</cp:lastModifiedBy>
  <cp:revision>1</cp:revision>
  <dcterms:created xsi:type="dcterms:W3CDTF">2026-06-05T10:35:31Z</dcterms:created>
  <dcterms:modified xsi:type="dcterms:W3CDTF">2026-06-05T10:46:08Z</dcterms:modified>
</cp:coreProperties>
</file>